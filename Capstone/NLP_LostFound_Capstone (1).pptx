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8" r:id="rId10"/>
    <p:sldId id="265" r:id="rId11"/>
    <p:sldId id="272" r:id="rId12"/>
    <p:sldId id="266" r:id="rId13"/>
    <p:sldId id="273" r:id="rId14"/>
    <p:sldId id="267" r:id="rId15"/>
    <p:sldId id="274" r:id="rId16"/>
    <p:sldId id="268" r:id="rId17"/>
    <p:sldId id="275" r:id="rId18"/>
    <p:sldId id="276" r:id="rId19"/>
    <p:sldId id="270" r:id="rId20"/>
    <p:sldId id="277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-636" y="-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80AD3-FEBF-4BB7-9F08-B2B1A7905B2F}" type="datetimeFigureOut">
              <a:rPr lang="en-US" smtClean="0"/>
              <a:t>08/29/2026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0DBE3-375E-441B-B7FA-CDE0E66E7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1480"/>
            <a:ext cx="9445752" cy="1399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2057400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DEPARTMENT OF COMPUTER SCIENCE AND ENGINEERING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188720" y="2450592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NATURAL LANGUAGE PROCESSING  </a:t>
            </a:r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[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DSA0308</a:t>
            </a:r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]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737360" y="2977256"/>
            <a:ext cx="8714232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20240" y="3068696"/>
            <a:ext cx="8348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Campus-Aware Intelligent Lost-and-Found Management System Using NLP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" y="4800600"/>
            <a:ext cx="5669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Presented by
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Syed Thoufiq (192424211)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S. Mohammad Abrar (192472185)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B. Praneeth (192472222)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680960" y="4937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Guided by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:</a:t>
            </a:r>
            <a:endParaRPr lang="en-US" b="1" dirty="0">
              <a:solidFill>
                <a:srgbClr val="000000"/>
              </a:solidFill>
              <a:latin typeface="Times New Roman" pitchFamily="18" charset="0"/>
              <a:ea typeface="Times New Roman" pitchFamily="34" charset="-122"/>
              <a:cs typeface="Times New Roman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Dr. T Kumaragurubaran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INTRODUCTION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11480" y="1234440"/>
            <a:ext cx="11338560" cy="5120640"/>
          </a:xfrm>
          <a:prstGeom prst="roundRect">
            <a:avLst>
              <a:gd name="adj" fmla="val 1786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05840" y="150876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2" descr="/home/claude/work/icons/in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1673352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965960" y="14904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Campus lost-and-found desks receive a large volume of free-text reports every day.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1005840" y="2441448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3" descr="/home/claude/work/icons/hourgl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260604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965960" y="242316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Manual matching is slow, inconsistent, and easy to miss valid matches.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1005840" y="3374136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4" descr="/home/claude/work/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3538728"/>
            <a:ext cx="365760" cy="365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965960" y="33558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Different people describe the same object using very different words and phrasing.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1005840" y="4306824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5" descr="/home/claude/work/icons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" y="4471416"/>
            <a:ext cx="365760" cy="36576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965960" y="4288536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NLP techniques can normalize, structure, and compare these descriptions automatically.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05840" y="5239512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6" descr="/home/claude/work/icons/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432" y="5404104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965960" y="522122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project extracts, analyzes, and ranks matches to reunite items with their owners faster.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LITERATURE REVIEW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87106"/>
              </p:ext>
            </p:extLst>
          </p:nvPr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2834640"/>
                <a:gridCol w="2834640"/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Reviewed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Entity Recognition (NER)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Accurately pulls structured fields from free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with informal or very short descriptions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Grammatical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HMM-based POS Tagging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word-category identification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drops on ambiguous or slang wording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Representation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N-gram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interpretable, fast to 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deeper semantic/contextual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and widely used for text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vocabulary mismatch between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Matching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Matching for Classified/Lost-Item Listings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manual search and turnaround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reasonably detailed descriptions to work 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PROBLEM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Lost-and-found reports on campus are currently matched manually by staff, which is slow and error-prone.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same item gets described differently by different people, using different words, detail levels, and sentence structures.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There is a need for an NLP-based system that can understand item descriptions, extract key details, and automatically identify and rank likely matches between lost and found reports.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09560" y="1737360"/>
            <a:ext cx="3611880" cy="3611880"/>
          </a:xfrm>
          <a:prstGeom prst="roundRect">
            <a:avLst>
              <a:gd name="adj" fmla="val 3038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0" y="2331720"/>
            <a:ext cx="1463040" cy="1463040"/>
          </a:xfrm>
          <a:prstGeom prst="ellipse">
            <a:avLst/>
          </a:prstGeom>
          <a:solidFill>
            <a:srgbClr val="6A2C9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work/icons/magnifying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69748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92440" y="3977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Same Item,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Different Words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OBJECTIVES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40080" y="184518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184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298448" y="179946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Extract structured information (item, location, time) from free-text reports.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217920" y="184518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184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876288" y="179946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Identify grammatical structure and key word categories using POS tagging.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326250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326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298448" y="321678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Convert descriptions into numerical features using TF-IDF and n-grams.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0" y="326250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326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876288" y="321678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Compute similarity between lost and found reports using cosine similarity.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40080" y="467982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467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298448" y="463410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Rank and recommend the most likely matches for each report.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217920" y="467982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0" y="467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876288" y="463410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Reduce manual effort and improve turnaround time for reuniting owners with items.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11292840" y="630117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Core NLP Techniques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pipeline moves from raw text to a ranked match: entities and structure are extracted first, then descriptions are turned into comparable numeric features, and finally scored for similarity.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074104" y="22621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2F3F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302704" y="235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Example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3302704" y="2719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"iPhone lost near Block C" → item: iPhone, location: Block C → compared to found report → similarity score 0.87 → match</a:t>
            </a:r>
            <a:endParaRPr lang="en-US" sz="1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005840" y="4160520"/>
            <a:ext cx="1371600" cy="1371600"/>
          </a:xfrm>
          <a:prstGeom prst="ellipse">
            <a:avLst/>
          </a:prstGeom>
          <a:solidFill>
            <a:srgbClr val="1B1F5C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/home/claude/work/icons/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480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NER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423160" y="4709160"/>
            <a:ext cx="685800" cy="274320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16" name="Shape 11"/>
          <p:cNvSpPr/>
          <p:nvPr/>
        </p:nvSpPr>
        <p:spPr>
          <a:xfrm>
            <a:off x="4023360" y="4160520"/>
            <a:ext cx="1371600" cy="1371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/home/claude/work/icons/spel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805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0332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POS Tagging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440680" y="4709160"/>
            <a:ext cx="685800" cy="274320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20" name="Shape 14"/>
          <p:cNvSpPr/>
          <p:nvPr/>
        </p:nvSpPr>
        <p:spPr>
          <a:xfrm>
            <a:off x="7040880" y="4160520"/>
            <a:ext cx="1371600" cy="1371600"/>
          </a:xfrm>
          <a:prstGeom prst="ellipse">
            <a:avLst/>
          </a:prstGeom>
          <a:solidFill>
            <a:srgbClr val="6A2C9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/home/claude/work/icons/calcula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44805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2084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TF-IDF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8458200" y="4709160"/>
            <a:ext cx="685800" cy="274320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24" name="Shape 17"/>
          <p:cNvSpPr/>
          <p:nvPr/>
        </p:nvSpPr>
        <p:spPr>
          <a:xfrm>
            <a:off x="10058400" y="4160520"/>
            <a:ext cx="1371600" cy="13716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/home/claude/work/icons/balancesca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0" y="448056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3836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Cosine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Similarity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Applications of NLP Techniques in Real World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2" descr="/home/claude/work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554480"/>
            <a:ext cx="292608" cy="29260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54480" y="1371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Spam &amp; text classification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6400800" y="141732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3" descr="/home/claude/work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554480"/>
            <a:ext cx="292608" cy="2926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132320" y="1371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Chatbots &amp; virtual assistants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822960" y="2404872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4" descr="/home/claude/work/icons/magnifyingg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254203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554480" y="23591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Search engines &amp; information retrieval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6400800" y="2404872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5" descr="/home/claude/work/icons/faceSm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542032"/>
            <a:ext cx="292608" cy="29260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132320" y="23591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Sentiment analysis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22960" y="3392424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6" descr="/home/claude/work/icons/langu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3529584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554480" y="3346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Machine translation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6400800" y="3392424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7" descr="/home/claude/work/icons/briefc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529584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32320" y="3346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Resume / job matching systems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822960" y="437997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8" descr="/home/claude/work/icons/cop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4517136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554480" y="43342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Plagiarism detection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400800" y="437997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9" descr="/home/claude/work/icons/micropho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517136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132320" y="43342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Speech-to-text &amp; voice assistants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822960" y="536752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0" descr="/home/claude/work/icons/thumbsu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" y="5504688"/>
            <a:ext cx="292608" cy="292608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554480" y="53218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Recommendation systems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Shape 19"/>
          <p:cNvSpPr/>
          <p:nvPr/>
        </p:nvSpPr>
        <p:spPr>
          <a:xfrm>
            <a:off x="6400800" y="536752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1" descr="/home/claude/work/icons/boxopen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5504688"/>
            <a:ext cx="292608" cy="292608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132320" y="53218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Lost-and-found / classified matching (this project)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06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02920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B9C4E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1120140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8" name="Image 2" descr="/home/claude/work/icons/mapma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" y="292608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Context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Information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3364992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00AEE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593592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7"/>
          <p:cNvSpPr/>
          <p:nvPr/>
        </p:nvSpPr>
        <p:spPr>
          <a:xfrm>
            <a:off x="3982212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13" name="Image 3" descr="/home/claude/work/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252" y="2926080"/>
            <a:ext cx="731520" cy="731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502152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227064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8DC63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55664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1"/>
          <p:cNvSpPr/>
          <p:nvPr/>
        </p:nvSpPr>
        <p:spPr>
          <a:xfrm>
            <a:off x="6844284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18" name="Image 4" descr="/home/claude/work/icons/layer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324" y="2926080"/>
            <a:ext cx="731520" cy="7315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64224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9089136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5A623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317736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Shape 15"/>
          <p:cNvSpPr/>
          <p:nvPr/>
        </p:nvSpPr>
        <p:spPr>
          <a:xfrm>
            <a:off x="9706356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23" name="Image 5" descr="/home/claude/work/icons/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6396" y="2926080"/>
            <a:ext cx="731520" cy="7315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26296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Lost-and-Found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novo\Downloads\ChatGPT Image Aug 29, 2026, 09_17_33 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3797"/>
            <a:ext cx="10140287" cy="646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2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1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Campus Context &amp; Item Information Extraction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extract important information such as item, location, and time from user-submitted lost/found descriptions.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Item Identification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Location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Date / Time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Parse item name &amp; description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Detect campus block, room, floor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Extract reported date/time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Named Entity Recognition (NER)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NLP libraries, database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lenovo\Downloads\WhatsApp Image 2026-08-28 at 23.02.52 (1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436" y="259307"/>
            <a:ext cx="9266830" cy="637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70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2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Syntactic Structure Analysis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analyze the grammatical structure of the reported description and identify important word categories.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POS Tagging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Word Category Detection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Grammar Structuring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Tag nouns, verbs, adjectives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Identify prepositions &amp; modifiers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Structure tagged output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HMM-based POS Tagging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NLTK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novo\Downloads\WhatsApp Image 2026-08-28 at 23.03.42 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423" y="122828"/>
            <a:ext cx="9389661" cy="666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3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3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Linguistic Feature Extraction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convert item descriptions into meaningful numerical/textual features for comparison.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TF-IDF Weighting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N-gram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Feature Vector Building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Compute TF-IDF weights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Generate unigram/bigram/trigram features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Build comparable vectors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TF-IDF + N-gram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Scikit-learn, NLTK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enovo\Downloads\WhatsApp Image 2026-08-28 at 23.04.13 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16" y="120552"/>
            <a:ext cx="11750723" cy="662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62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4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Lost-and-Found Similarity Matching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compare lost and found reports and rank the most likely matching items.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Text Similarity Scoring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Location Matching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Match Ranking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Compare extracted features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Compute cosine similarity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Rank &amp; threshold matches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Cosine Similarity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Scikit-learn, NumPy, database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7f2044cd-2615-432c-b10e-d5b9c23f512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0" name="Picture 4" descr="C:\Users\lenovo\Downloads\WhatsApp Image 2026-08-28 at 23.04.47 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17121"/>
            <a:ext cx="11729350" cy="662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824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 smtClean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FUTURE SCOPE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7040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Develop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mobile application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easy reporting and tracking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Improve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matching using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advanced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AI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techniques.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Add real-time notifications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potential matches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Integrate QR codes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quick lost-and-found reporting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Add campus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map and location-based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features.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Support multiple languages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easier use.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55280" y="19202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89720" y="2468880"/>
            <a:ext cx="1463040" cy="146304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work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83464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Faster Reunions,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Less Waste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621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CONCLUSION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7040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Uses NLP (NER, POS tagging, TF-IDF, cosine similarity) to automatically match lost and found campus reports.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Reduces manual effort and speeds up reuniting items with their owners.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Handles varied user descriptions through structured extraction and similarity ranking.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Supports smarter, more responsive campus lost-and-found services.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Contributes to SDG 12: Responsible Consumption and Production by encouraging reuse over replacement.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55280" y="19202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89720" y="2468880"/>
            <a:ext cx="1463040" cy="146304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work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83464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Faster Reunions,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Less Waste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 smtClean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REFERENCES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1068756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Jurafsky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D. and Martin, J. H. Speech and Language Processing (3rd ed. draft). Stanford University.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[2] Manning, C. D.,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Raghavan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P.,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Schütze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H. Introduction to Information Retrieval. Cambridge University Press.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[3] Bird, S., Klein, E.,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Loper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E. Natural Language Processing with Python (NLTK). O'Reilly Media.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Pedregosa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F. et al.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-learn: Machine Learning in Python. Journal of Machine Learning Research, 12, 2825-2830.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[5] Salton, G. and Buckley, C. Term-weighting approaches in automatic text retrieval. Information Processing &amp; Management, 24(5), 513-523.</a:t>
            </a: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74175" y="-1645920"/>
            <a:ext cx="3291840" cy="3291840"/>
          </a:xfrm>
          <a:prstGeom prst="ellipse">
            <a:avLst/>
          </a:prstGeom>
          <a:solidFill>
            <a:srgbClr val="1B1F5C"/>
          </a:solidFill>
          <a:ln/>
        </p:spPr>
      </p:sp>
      <p:pic>
        <p:nvPicPr>
          <p:cNvPr id="4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1645920" y="52120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2"/>
          <p:cNvSpPr/>
          <p:nvPr/>
        </p:nvSpPr>
        <p:spPr>
          <a:xfrm>
            <a:off x="5184648" y="23317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2" descr="/home/claude/work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2697480"/>
            <a:ext cx="640080" cy="6400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55848" y="3794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6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1005</Words>
  <Application>Microsoft Office PowerPoint</Application>
  <PresentationFormat>Custom</PresentationFormat>
  <Paragraphs>217</Paragraphs>
  <Slides>21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10</cp:revision>
  <dcterms:created xsi:type="dcterms:W3CDTF">2026-08-29T02:33:28Z</dcterms:created>
  <dcterms:modified xsi:type="dcterms:W3CDTF">2026-08-29T04:25:07Z</dcterms:modified>
</cp:coreProperties>
</file>